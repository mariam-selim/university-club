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8" r:id="rId4"/>
    <p:sldId id="265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300" r:id="rId30"/>
    <p:sldId id="278" r:id="rId31"/>
    <p:sldId id="280" r:id="rId32"/>
    <p:sldId id="298" r:id="rId33"/>
    <p:sldId id="299" r:id="rId34"/>
    <p:sldId id="279" r:id="rId35"/>
    <p:sldId id="266" r:id="rId36"/>
    <p:sldId id="270" r:id="rId37"/>
    <p:sldId id="269" r:id="rId38"/>
    <p:sldId id="26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11E29D-9FFA-4E72-B2AF-9E6F16538635}" v="2123" dt="2026-01-02T22:00:53.463"/>
    <p1510:client id="{D3D5ABF9-DAE3-4E95-A083-61384F41C795}" v="601" dt="2026-01-02T13:46:54.7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55DD37-B4E2-47EE-96CA-DB4008CA0C0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2A142A-647D-47F2-A055-824AB17A97F3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Device: Laptop or Computer </a:t>
          </a:r>
          <a:r>
            <a:rPr lang="en-US" dirty="0">
              <a:latin typeface="Aptos Display" panose="020F0302020204030204"/>
            </a:rPr>
            <a:t>or a tablet </a:t>
          </a:r>
          <a:r>
            <a:rPr lang="en-US" dirty="0"/>
            <a:t>(Windows,  Linux, macOS)</a:t>
          </a:r>
        </a:p>
      </dgm:t>
    </dgm:pt>
    <dgm:pt modelId="{823854AE-E004-4F42-9328-EE1347016AE6}" type="parTrans" cxnId="{D36D6BF4-49B5-4F7B-8129-265C6DAB8180}">
      <dgm:prSet/>
      <dgm:spPr/>
      <dgm:t>
        <a:bodyPr/>
        <a:lstStyle/>
        <a:p>
          <a:endParaRPr lang="en-US"/>
        </a:p>
      </dgm:t>
    </dgm:pt>
    <dgm:pt modelId="{B79DE09F-E523-45F7-AA09-B7FB89D6C0AD}" type="sibTrans" cxnId="{D36D6BF4-49B5-4F7B-8129-265C6DAB8180}">
      <dgm:prSet/>
      <dgm:spPr/>
      <dgm:t>
        <a:bodyPr/>
        <a:lstStyle/>
        <a:p>
          <a:endParaRPr lang="en-US"/>
        </a:p>
      </dgm:t>
    </dgm:pt>
    <dgm:pt modelId="{6CC9A767-5A46-40B6-8525-EFE1F052E0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Browser: Chrome</a:t>
          </a:r>
        </a:p>
      </dgm:t>
    </dgm:pt>
    <dgm:pt modelId="{F573E3DB-034B-46FA-87AA-5BDCA8BD33FF}" type="parTrans" cxnId="{758EB7DA-F0AF-4C0C-A242-2761CDFEED6F}">
      <dgm:prSet/>
      <dgm:spPr/>
      <dgm:t>
        <a:bodyPr/>
        <a:lstStyle/>
        <a:p>
          <a:endParaRPr lang="en-US"/>
        </a:p>
      </dgm:t>
    </dgm:pt>
    <dgm:pt modelId="{F2892891-B7E8-4FF1-BA2D-533B33CF3BE7}" type="sibTrans" cxnId="{758EB7DA-F0AF-4C0C-A242-2761CDFEED6F}">
      <dgm:prSet/>
      <dgm:spPr/>
      <dgm:t>
        <a:bodyPr/>
        <a:lstStyle/>
        <a:p>
          <a:endParaRPr lang="en-US"/>
        </a:p>
      </dgm:t>
    </dgm:pt>
    <dgm:pt modelId="{EEDC4A56-2F9C-47A7-9C23-C5EE55DE83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Internet: Stable connection</a:t>
          </a:r>
        </a:p>
      </dgm:t>
    </dgm:pt>
    <dgm:pt modelId="{C12F8E8E-C313-4390-B91C-D3551FC4F891}" type="parTrans" cxnId="{7D4F30F0-4B0A-44A1-8CCA-7620E61AC480}">
      <dgm:prSet/>
      <dgm:spPr/>
      <dgm:t>
        <a:bodyPr/>
        <a:lstStyle/>
        <a:p>
          <a:endParaRPr lang="en-US"/>
        </a:p>
      </dgm:t>
    </dgm:pt>
    <dgm:pt modelId="{F62220B1-C6A3-40F8-866B-7B704F11E417}" type="sibTrans" cxnId="{7D4F30F0-4B0A-44A1-8CCA-7620E61AC480}">
      <dgm:prSet/>
      <dgm:spPr/>
      <dgm:t>
        <a:bodyPr/>
        <a:lstStyle/>
        <a:p>
          <a:endParaRPr lang="en-US"/>
        </a:p>
      </dgm:t>
    </dgm:pt>
    <dgm:pt modelId="{225AA558-68A0-4D94-92E0-A04491AC70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installation needed: just open the website in the web browser</a:t>
          </a:r>
        </a:p>
      </dgm:t>
    </dgm:pt>
    <dgm:pt modelId="{8890E896-4CAF-4B60-A4D6-FA1DEAA53201}" type="parTrans" cxnId="{2B765E00-E78C-4A1A-84F2-EA088754671B}">
      <dgm:prSet/>
      <dgm:spPr/>
      <dgm:t>
        <a:bodyPr/>
        <a:lstStyle/>
        <a:p>
          <a:endParaRPr lang="en-US"/>
        </a:p>
      </dgm:t>
    </dgm:pt>
    <dgm:pt modelId="{58FF99DF-4AFF-4AAC-8631-DB90C1FB8B28}" type="sibTrans" cxnId="{2B765E00-E78C-4A1A-84F2-EA088754671B}">
      <dgm:prSet/>
      <dgm:spPr/>
      <dgm:t>
        <a:bodyPr/>
        <a:lstStyle/>
        <a:p>
          <a:endParaRPr lang="en-US"/>
        </a:p>
      </dgm:t>
    </dgm:pt>
    <dgm:pt modelId="{BF29E15A-4D61-4FAD-8A94-40483ED06A1E}" type="pres">
      <dgm:prSet presAssocID="{BF55DD37-B4E2-47EE-96CA-DB4008CA0C00}" presName="root" presStyleCnt="0">
        <dgm:presLayoutVars>
          <dgm:dir/>
          <dgm:resizeHandles val="exact"/>
        </dgm:presLayoutVars>
      </dgm:prSet>
      <dgm:spPr/>
    </dgm:pt>
    <dgm:pt modelId="{6DD8442C-599B-4B3D-8DC4-A2AA1A50463B}" type="pres">
      <dgm:prSet presAssocID="{CD2A142A-647D-47F2-A055-824AB17A97F3}" presName="compNode" presStyleCnt="0"/>
      <dgm:spPr/>
    </dgm:pt>
    <dgm:pt modelId="{6937E434-D342-4376-8D02-5FD7303A1B47}" type="pres">
      <dgm:prSet presAssocID="{CD2A142A-647D-47F2-A055-824AB17A97F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70E44442-920D-4D8B-970E-B7C9E350F646}" type="pres">
      <dgm:prSet presAssocID="{CD2A142A-647D-47F2-A055-824AB17A97F3}" presName="spaceRect" presStyleCnt="0"/>
      <dgm:spPr/>
    </dgm:pt>
    <dgm:pt modelId="{9A9CB146-BFE2-475B-91E2-9E986A7C94E5}" type="pres">
      <dgm:prSet presAssocID="{CD2A142A-647D-47F2-A055-824AB17A97F3}" presName="textRect" presStyleLbl="revTx" presStyleIdx="0" presStyleCnt="4">
        <dgm:presLayoutVars>
          <dgm:chMax val="1"/>
          <dgm:chPref val="1"/>
        </dgm:presLayoutVars>
      </dgm:prSet>
      <dgm:spPr/>
    </dgm:pt>
    <dgm:pt modelId="{5FA23821-88A7-41F3-8454-C75002B07168}" type="pres">
      <dgm:prSet presAssocID="{B79DE09F-E523-45F7-AA09-B7FB89D6C0AD}" presName="sibTrans" presStyleCnt="0"/>
      <dgm:spPr/>
    </dgm:pt>
    <dgm:pt modelId="{9E0DC2C0-976C-4486-ABC9-F69E9EA16B5D}" type="pres">
      <dgm:prSet presAssocID="{6CC9A767-5A46-40B6-8525-EFE1F052E03C}" presName="compNode" presStyleCnt="0"/>
      <dgm:spPr/>
    </dgm:pt>
    <dgm:pt modelId="{A0A2D98A-8A6E-4D5A-9314-90AF9415B1EF}" type="pres">
      <dgm:prSet presAssocID="{6CC9A767-5A46-40B6-8525-EFE1F052E0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23EBFAAA-9408-4A3A-923D-C5FD4B5824CA}" type="pres">
      <dgm:prSet presAssocID="{6CC9A767-5A46-40B6-8525-EFE1F052E03C}" presName="spaceRect" presStyleCnt="0"/>
      <dgm:spPr/>
    </dgm:pt>
    <dgm:pt modelId="{9BB34C79-6730-4C72-9295-F7309659C897}" type="pres">
      <dgm:prSet presAssocID="{6CC9A767-5A46-40B6-8525-EFE1F052E03C}" presName="textRect" presStyleLbl="revTx" presStyleIdx="1" presStyleCnt="4">
        <dgm:presLayoutVars>
          <dgm:chMax val="1"/>
          <dgm:chPref val="1"/>
        </dgm:presLayoutVars>
      </dgm:prSet>
      <dgm:spPr/>
    </dgm:pt>
    <dgm:pt modelId="{9B75010B-C6BB-42ED-8C35-D93F76A33177}" type="pres">
      <dgm:prSet presAssocID="{F2892891-B7E8-4FF1-BA2D-533B33CF3BE7}" presName="sibTrans" presStyleCnt="0"/>
      <dgm:spPr/>
    </dgm:pt>
    <dgm:pt modelId="{05071A52-A7F0-49A0-AB65-C2DB6246E786}" type="pres">
      <dgm:prSet presAssocID="{EEDC4A56-2F9C-47A7-9C23-C5EE55DE83A3}" presName="compNode" presStyleCnt="0"/>
      <dgm:spPr/>
    </dgm:pt>
    <dgm:pt modelId="{4CCAD09E-F2C4-41E2-BA96-C355126F460A}" type="pres">
      <dgm:prSet presAssocID="{EEDC4A56-2F9C-47A7-9C23-C5EE55DE83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5B71DF14-1364-4AF7-9C60-1122BBFA7390}" type="pres">
      <dgm:prSet presAssocID="{EEDC4A56-2F9C-47A7-9C23-C5EE55DE83A3}" presName="spaceRect" presStyleCnt="0"/>
      <dgm:spPr/>
    </dgm:pt>
    <dgm:pt modelId="{A976A0EF-04FA-48AC-B19D-4065014A121B}" type="pres">
      <dgm:prSet presAssocID="{EEDC4A56-2F9C-47A7-9C23-C5EE55DE83A3}" presName="textRect" presStyleLbl="revTx" presStyleIdx="2" presStyleCnt="4">
        <dgm:presLayoutVars>
          <dgm:chMax val="1"/>
          <dgm:chPref val="1"/>
        </dgm:presLayoutVars>
      </dgm:prSet>
      <dgm:spPr/>
    </dgm:pt>
    <dgm:pt modelId="{DC14AA1A-5999-439E-A392-05975DDC4900}" type="pres">
      <dgm:prSet presAssocID="{F62220B1-C6A3-40F8-866B-7B704F11E417}" presName="sibTrans" presStyleCnt="0"/>
      <dgm:spPr/>
    </dgm:pt>
    <dgm:pt modelId="{BD4F0B0E-DC16-4C0A-A8BD-549DA6B1191B}" type="pres">
      <dgm:prSet presAssocID="{225AA558-68A0-4D94-92E0-A04491AC7047}" presName="compNode" presStyleCnt="0"/>
      <dgm:spPr/>
    </dgm:pt>
    <dgm:pt modelId="{74F1F4FD-4D57-4361-AB4D-E4E2166497D5}" type="pres">
      <dgm:prSet presAssocID="{225AA558-68A0-4D94-92E0-A04491AC704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DAD14FB-D1D3-43AE-85DE-B4AE5B211F30}" type="pres">
      <dgm:prSet presAssocID="{225AA558-68A0-4D94-92E0-A04491AC7047}" presName="spaceRect" presStyleCnt="0"/>
      <dgm:spPr/>
    </dgm:pt>
    <dgm:pt modelId="{D3F73CB6-1044-4411-A8FD-2F07F4D905A0}" type="pres">
      <dgm:prSet presAssocID="{225AA558-68A0-4D94-92E0-A04491AC704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B765E00-E78C-4A1A-84F2-EA088754671B}" srcId="{BF55DD37-B4E2-47EE-96CA-DB4008CA0C00}" destId="{225AA558-68A0-4D94-92E0-A04491AC7047}" srcOrd="3" destOrd="0" parTransId="{8890E896-4CAF-4B60-A4D6-FA1DEAA53201}" sibTransId="{58FF99DF-4AFF-4AAC-8631-DB90C1FB8B28}"/>
    <dgm:cxn modelId="{4CA9B311-52E9-40C5-9E39-E0B14BF57889}" type="presOf" srcId="{EEDC4A56-2F9C-47A7-9C23-C5EE55DE83A3}" destId="{A976A0EF-04FA-48AC-B19D-4065014A121B}" srcOrd="0" destOrd="0" presId="urn:microsoft.com/office/officeart/2018/2/layout/IconLabelList"/>
    <dgm:cxn modelId="{F074AE29-1EAE-485D-A19D-F794FFEC9F03}" type="presOf" srcId="{BF55DD37-B4E2-47EE-96CA-DB4008CA0C00}" destId="{BF29E15A-4D61-4FAD-8A94-40483ED06A1E}" srcOrd="0" destOrd="0" presId="urn:microsoft.com/office/officeart/2018/2/layout/IconLabelList"/>
    <dgm:cxn modelId="{E2E80F77-4FB6-4C13-8FC8-4D713CE054DE}" type="presOf" srcId="{225AA558-68A0-4D94-92E0-A04491AC7047}" destId="{D3F73CB6-1044-4411-A8FD-2F07F4D905A0}" srcOrd="0" destOrd="0" presId="urn:microsoft.com/office/officeart/2018/2/layout/IconLabelList"/>
    <dgm:cxn modelId="{758EB7DA-F0AF-4C0C-A242-2761CDFEED6F}" srcId="{BF55DD37-B4E2-47EE-96CA-DB4008CA0C00}" destId="{6CC9A767-5A46-40B6-8525-EFE1F052E03C}" srcOrd="1" destOrd="0" parTransId="{F573E3DB-034B-46FA-87AA-5BDCA8BD33FF}" sibTransId="{F2892891-B7E8-4FF1-BA2D-533B33CF3BE7}"/>
    <dgm:cxn modelId="{F7806FE8-0715-44BD-B27B-0F7AFBDFF401}" type="presOf" srcId="{6CC9A767-5A46-40B6-8525-EFE1F052E03C}" destId="{9BB34C79-6730-4C72-9295-F7309659C897}" srcOrd="0" destOrd="0" presId="urn:microsoft.com/office/officeart/2018/2/layout/IconLabelList"/>
    <dgm:cxn modelId="{ED2FCEE9-D4EC-4A8A-8FCE-10B174D7307F}" type="presOf" srcId="{CD2A142A-647D-47F2-A055-824AB17A97F3}" destId="{9A9CB146-BFE2-475B-91E2-9E986A7C94E5}" srcOrd="0" destOrd="0" presId="urn:microsoft.com/office/officeart/2018/2/layout/IconLabelList"/>
    <dgm:cxn modelId="{7D4F30F0-4B0A-44A1-8CCA-7620E61AC480}" srcId="{BF55DD37-B4E2-47EE-96CA-DB4008CA0C00}" destId="{EEDC4A56-2F9C-47A7-9C23-C5EE55DE83A3}" srcOrd="2" destOrd="0" parTransId="{C12F8E8E-C313-4390-B91C-D3551FC4F891}" sibTransId="{F62220B1-C6A3-40F8-866B-7B704F11E417}"/>
    <dgm:cxn modelId="{D36D6BF4-49B5-4F7B-8129-265C6DAB8180}" srcId="{BF55DD37-B4E2-47EE-96CA-DB4008CA0C00}" destId="{CD2A142A-647D-47F2-A055-824AB17A97F3}" srcOrd="0" destOrd="0" parTransId="{823854AE-E004-4F42-9328-EE1347016AE6}" sibTransId="{B79DE09F-E523-45F7-AA09-B7FB89D6C0AD}"/>
    <dgm:cxn modelId="{F63DB48D-CE05-4A54-9AF0-B5C51807887D}" type="presParOf" srcId="{BF29E15A-4D61-4FAD-8A94-40483ED06A1E}" destId="{6DD8442C-599B-4B3D-8DC4-A2AA1A50463B}" srcOrd="0" destOrd="0" presId="urn:microsoft.com/office/officeart/2018/2/layout/IconLabelList"/>
    <dgm:cxn modelId="{2DEAE0E4-AE04-4A95-967C-C3DA807001B4}" type="presParOf" srcId="{6DD8442C-599B-4B3D-8DC4-A2AA1A50463B}" destId="{6937E434-D342-4376-8D02-5FD7303A1B47}" srcOrd="0" destOrd="0" presId="urn:microsoft.com/office/officeart/2018/2/layout/IconLabelList"/>
    <dgm:cxn modelId="{DFDFDD65-99CC-4E2E-A1AD-23E05B0D4F6A}" type="presParOf" srcId="{6DD8442C-599B-4B3D-8DC4-A2AA1A50463B}" destId="{70E44442-920D-4D8B-970E-B7C9E350F646}" srcOrd="1" destOrd="0" presId="urn:microsoft.com/office/officeart/2018/2/layout/IconLabelList"/>
    <dgm:cxn modelId="{DABFC23F-7CE3-4F14-AA9B-03ECC76303F2}" type="presParOf" srcId="{6DD8442C-599B-4B3D-8DC4-A2AA1A50463B}" destId="{9A9CB146-BFE2-475B-91E2-9E986A7C94E5}" srcOrd="2" destOrd="0" presId="urn:microsoft.com/office/officeart/2018/2/layout/IconLabelList"/>
    <dgm:cxn modelId="{4D316552-442B-47DC-8DFA-43CF927E3F3B}" type="presParOf" srcId="{BF29E15A-4D61-4FAD-8A94-40483ED06A1E}" destId="{5FA23821-88A7-41F3-8454-C75002B07168}" srcOrd="1" destOrd="0" presId="urn:microsoft.com/office/officeart/2018/2/layout/IconLabelList"/>
    <dgm:cxn modelId="{C358FF1B-0DD0-448A-A193-DA6D1CDB0B9C}" type="presParOf" srcId="{BF29E15A-4D61-4FAD-8A94-40483ED06A1E}" destId="{9E0DC2C0-976C-4486-ABC9-F69E9EA16B5D}" srcOrd="2" destOrd="0" presId="urn:microsoft.com/office/officeart/2018/2/layout/IconLabelList"/>
    <dgm:cxn modelId="{FA764CB0-8CCF-489D-9C69-74DE079B24DD}" type="presParOf" srcId="{9E0DC2C0-976C-4486-ABC9-F69E9EA16B5D}" destId="{A0A2D98A-8A6E-4D5A-9314-90AF9415B1EF}" srcOrd="0" destOrd="0" presId="urn:microsoft.com/office/officeart/2018/2/layout/IconLabelList"/>
    <dgm:cxn modelId="{FCF77EB9-16F9-4BD1-B6C5-951322B0518F}" type="presParOf" srcId="{9E0DC2C0-976C-4486-ABC9-F69E9EA16B5D}" destId="{23EBFAAA-9408-4A3A-923D-C5FD4B5824CA}" srcOrd="1" destOrd="0" presId="urn:microsoft.com/office/officeart/2018/2/layout/IconLabelList"/>
    <dgm:cxn modelId="{2DA25854-1960-49E0-97B3-C9F4CF62F048}" type="presParOf" srcId="{9E0DC2C0-976C-4486-ABC9-F69E9EA16B5D}" destId="{9BB34C79-6730-4C72-9295-F7309659C897}" srcOrd="2" destOrd="0" presId="urn:microsoft.com/office/officeart/2018/2/layout/IconLabelList"/>
    <dgm:cxn modelId="{C5EA2BA7-D39D-4482-8381-8583D8FE9BF9}" type="presParOf" srcId="{BF29E15A-4D61-4FAD-8A94-40483ED06A1E}" destId="{9B75010B-C6BB-42ED-8C35-D93F76A33177}" srcOrd="3" destOrd="0" presId="urn:microsoft.com/office/officeart/2018/2/layout/IconLabelList"/>
    <dgm:cxn modelId="{C8D56F0D-99B0-4F79-8E58-F86B53C05637}" type="presParOf" srcId="{BF29E15A-4D61-4FAD-8A94-40483ED06A1E}" destId="{05071A52-A7F0-49A0-AB65-C2DB6246E786}" srcOrd="4" destOrd="0" presId="urn:microsoft.com/office/officeart/2018/2/layout/IconLabelList"/>
    <dgm:cxn modelId="{3AD2BE9B-442E-4AE6-81F3-9F280241CA94}" type="presParOf" srcId="{05071A52-A7F0-49A0-AB65-C2DB6246E786}" destId="{4CCAD09E-F2C4-41E2-BA96-C355126F460A}" srcOrd="0" destOrd="0" presId="urn:microsoft.com/office/officeart/2018/2/layout/IconLabelList"/>
    <dgm:cxn modelId="{DBF07638-2FCD-4EDB-A9B9-F34A64793AA7}" type="presParOf" srcId="{05071A52-A7F0-49A0-AB65-C2DB6246E786}" destId="{5B71DF14-1364-4AF7-9C60-1122BBFA7390}" srcOrd="1" destOrd="0" presId="urn:microsoft.com/office/officeart/2018/2/layout/IconLabelList"/>
    <dgm:cxn modelId="{CA191720-04B5-4682-BF90-262555A73C03}" type="presParOf" srcId="{05071A52-A7F0-49A0-AB65-C2DB6246E786}" destId="{A976A0EF-04FA-48AC-B19D-4065014A121B}" srcOrd="2" destOrd="0" presId="urn:microsoft.com/office/officeart/2018/2/layout/IconLabelList"/>
    <dgm:cxn modelId="{D6A9F7F5-1A54-4E59-A56B-9C805B530381}" type="presParOf" srcId="{BF29E15A-4D61-4FAD-8A94-40483ED06A1E}" destId="{DC14AA1A-5999-439E-A392-05975DDC4900}" srcOrd="5" destOrd="0" presId="urn:microsoft.com/office/officeart/2018/2/layout/IconLabelList"/>
    <dgm:cxn modelId="{51F99F6D-F9D3-4A19-A978-966F05A3A254}" type="presParOf" srcId="{BF29E15A-4D61-4FAD-8A94-40483ED06A1E}" destId="{BD4F0B0E-DC16-4C0A-A8BD-549DA6B1191B}" srcOrd="6" destOrd="0" presId="urn:microsoft.com/office/officeart/2018/2/layout/IconLabelList"/>
    <dgm:cxn modelId="{78AF0DA7-EC75-49B2-B8DF-D44B2DAC9EC2}" type="presParOf" srcId="{BD4F0B0E-DC16-4C0A-A8BD-549DA6B1191B}" destId="{74F1F4FD-4D57-4361-AB4D-E4E2166497D5}" srcOrd="0" destOrd="0" presId="urn:microsoft.com/office/officeart/2018/2/layout/IconLabelList"/>
    <dgm:cxn modelId="{09D216DD-4FB8-44DA-A01B-309CE6EF47AE}" type="presParOf" srcId="{BD4F0B0E-DC16-4C0A-A8BD-549DA6B1191B}" destId="{ADAD14FB-D1D3-43AE-85DE-B4AE5B211F30}" srcOrd="1" destOrd="0" presId="urn:microsoft.com/office/officeart/2018/2/layout/IconLabelList"/>
    <dgm:cxn modelId="{BCD6C501-9BAF-4517-AE75-042F75A9DE07}" type="presParOf" srcId="{BD4F0B0E-DC16-4C0A-A8BD-549DA6B1191B}" destId="{D3F73CB6-1044-4411-A8FD-2F07F4D905A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7E434-D342-4376-8D02-5FD7303A1B47}">
      <dsp:nvSpPr>
        <dsp:cNvPr id="0" name=""/>
        <dsp:cNvSpPr/>
      </dsp:nvSpPr>
      <dsp:spPr>
        <a:xfrm>
          <a:off x="1138979" y="1274560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CB146-BFE2-475B-91E2-9E986A7C94E5}">
      <dsp:nvSpPr>
        <dsp:cNvPr id="0" name=""/>
        <dsp:cNvSpPr/>
      </dsp:nvSpPr>
      <dsp:spPr>
        <a:xfrm>
          <a:off x="569079" y="249884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Device: Laptop or Computer </a:t>
          </a:r>
          <a:r>
            <a:rPr lang="en-US" sz="1400" kern="1200" dirty="0">
              <a:latin typeface="Aptos Display" panose="020F0302020204030204"/>
            </a:rPr>
            <a:t>or a tablet </a:t>
          </a:r>
          <a:r>
            <a:rPr lang="en-US" sz="1400" kern="1200" dirty="0"/>
            <a:t>(Windows,  Linux, macOS)</a:t>
          </a:r>
        </a:p>
      </dsp:txBody>
      <dsp:txXfrm>
        <a:off x="569079" y="2498844"/>
        <a:ext cx="2072362" cy="720000"/>
      </dsp:txXfrm>
    </dsp:sp>
    <dsp:sp modelId="{A0A2D98A-8A6E-4D5A-9314-90AF9415B1EF}">
      <dsp:nvSpPr>
        <dsp:cNvPr id="0" name=""/>
        <dsp:cNvSpPr/>
      </dsp:nvSpPr>
      <dsp:spPr>
        <a:xfrm>
          <a:off x="3574005" y="1274560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34C79-6730-4C72-9295-F7309659C897}">
      <dsp:nvSpPr>
        <dsp:cNvPr id="0" name=""/>
        <dsp:cNvSpPr/>
      </dsp:nvSpPr>
      <dsp:spPr>
        <a:xfrm>
          <a:off x="3004105" y="249884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Browser: Chrome</a:t>
          </a:r>
        </a:p>
      </dsp:txBody>
      <dsp:txXfrm>
        <a:off x="3004105" y="2498844"/>
        <a:ext cx="2072362" cy="720000"/>
      </dsp:txXfrm>
    </dsp:sp>
    <dsp:sp modelId="{4CCAD09E-F2C4-41E2-BA96-C355126F460A}">
      <dsp:nvSpPr>
        <dsp:cNvPr id="0" name=""/>
        <dsp:cNvSpPr/>
      </dsp:nvSpPr>
      <dsp:spPr>
        <a:xfrm>
          <a:off x="6009031" y="1274560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6A0EF-04FA-48AC-B19D-4065014A121B}">
      <dsp:nvSpPr>
        <dsp:cNvPr id="0" name=""/>
        <dsp:cNvSpPr/>
      </dsp:nvSpPr>
      <dsp:spPr>
        <a:xfrm>
          <a:off x="5439131" y="249884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Internet: Stable connection</a:t>
          </a:r>
        </a:p>
      </dsp:txBody>
      <dsp:txXfrm>
        <a:off x="5439131" y="2498844"/>
        <a:ext cx="2072362" cy="720000"/>
      </dsp:txXfrm>
    </dsp:sp>
    <dsp:sp modelId="{74F1F4FD-4D57-4361-AB4D-E4E2166497D5}">
      <dsp:nvSpPr>
        <dsp:cNvPr id="0" name=""/>
        <dsp:cNvSpPr/>
      </dsp:nvSpPr>
      <dsp:spPr>
        <a:xfrm>
          <a:off x="8444057" y="1274560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73CB6-1044-4411-A8FD-2F07F4D905A0}">
      <dsp:nvSpPr>
        <dsp:cNvPr id="0" name=""/>
        <dsp:cNvSpPr/>
      </dsp:nvSpPr>
      <dsp:spPr>
        <a:xfrm>
          <a:off x="7874157" y="249884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 installation needed: just open the website in the web browser</a:t>
          </a:r>
        </a:p>
      </dsp:txBody>
      <dsp:txXfrm>
        <a:off x="7874157" y="2498844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20136-75B3-0018-6A7E-3A0E6399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Project Demonstration</a:t>
            </a:r>
            <a:br>
              <a:rPr lang="en-US" sz="4800"/>
            </a:br>
            <a:r>
              <a:rPr lang="en-US" sz="4800"/>
              <a:t>A University Club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6A9A9-804B-6DC9-73FB-11427CB1B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/>
              <a:t>Presented by </a:t>
            </a:r>
          </a:p>
          <a:p>
            <a:pPr marL="0" indent="0">
              <a:buNone/>
            </a:pPr>
            <a:r>
              <a:rPr lang="en-US" sz="2400"/>
              <a:t>[Mariam Ahmed | Renada Ahmed |Eman Gaber | Ahmed Saad | Mohamed Abo Elhaggag | Mostafa Mohamed]</a:t>
            </a:r>
          </a:p>
          <a:p>
            <a:pPr marL="0" indent="0">
              <a:buNone/>
            </a:pPr>
            <a:r>
              <a:rPr lang="en-US" sz="2400"/>
              <a:t>Supervisor : Prof. Wessam Ahmed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19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692C0-33FD-2EB8-1F24-D79A0526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7346F-9F98-6C84-04AA-24230D80E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Problem Statement: lack of centralized, Official platform for university clubs to manage Events, Announcements, and Lost&amp; Found items.</a:t>
            </a:r>
          </a:p>
          <a:p>
            <a:pPr marL="0" indent="0">
              <a:buNone/>
            </a:pPr>
            <a:r>
              <a:rPr lang="en-US" sz="2400" dirty="0"/>
              <a:t>Our core vision is to enhance campus engagement and streamline club management operations.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781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1997C-190E-9A57-A7E2-26E55898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System Architecture – High level view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Diagram of a university club system&#10;&#10;AI-generated content may be incorrect.">
            <a:extLst>
              <a:ext uri="{FF2B5EF4-FFF2-40B4-BE49-F238E27FC236}">
                <a16:creationId xmlns:a16="http://schemas.microsoft.com/office/drawing/2014/main" id="{30FFA1C3-857B-CCF4-6CFA-B155A7E46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6306" y="2733108"/>
            <a:ext cx="4682971" cy="41099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AB3443-3FCA-F3EF-7E3F-A24803D1EC3A}"/>
              </a:ext>
            </a:extLst>
          </p:cNvPr>
          <p:cNvSpPr txBox="1"/>
          <p:nvPr/>
        </p:nvSpPr>
        <p:spPr>
          <a:xfrm>
            <a:off x="636485" y="2735562"/>
            <a:ext cx="7160162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Context model diagram (summary):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           Actors : Student, Admin, Visitor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Core System: University Club System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        External Services : Google OAuth (Authentication), Email Service,       Redis cache              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Architecture Pattern : Model-View-Controller(MVC)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Separation Concerns:</a:t>
            </a:r>
          </a:p>
          <a:p>
            <a:r>
              <a:rPr lang="en-US" dirty="0"/>
              <a:t>Front-end: React.js (User Interface)</a:t>
            </a:r>
          </a:p>
          <a:p>
            <a:r>
              <a:rPr lang="en-US" dirty="0"/>
              <a:t>Back-end: Express.js (Business logic &amp; API)</a:t>
            </a:r>
          </a:p>
          <a:p>
            <a:r>
              <a:rPr lang="en-US" dirty="0"/>
              <a:t>      Database: PostgreSQL with Prisma ORM (data persistence)</a:t>
            </a:r>
          </a:p>
          <a:p>
            <a:r>
              <a:rPr lang="en-US" dirty="0"/>
              <a:t>      Cache: Redis (Performance)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806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F6480-E217-5C39-0B7D-98E3E9567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endParaRPr lang="en-US" sz="1200" b="1" dirty="0">
              <a:solidFill>
                <a:srgbClr val="F9FAFB"/>
              </a:solidFill>
              <a:highlight>
                <a:srgbClr val="151517"/>
              </a:highlight>
            </a:endParaRPr>
          </a:p>
          <a:p>
            <a:r>
              <a:rPr lang="en-US" sz="4800" dirty="0"/>
              <a:t>User Roles &amp;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63A35-C13E-5623-D252-21450B23F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656" y="2940953"/>
            <a:ext cx="6722192" cy="362304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400" dirty="0"/>
              <a:t>Three-tier Role-based Access control(RBCA):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Visitor (Public):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600" dirty="0"/>
              <a:t>View Events, Announcements, Lost &amp; Found items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600" dirty="0"/>
              <a:t>No personal data access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Student (Authenticated Member):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/>
              <a:t>All visitor Privileges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/>
              <a:t>Join Events and Announcements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/>
              <a:t>Claim Lost &amp; Found items via Admin contact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/>
              <a:t>Manage personal Profile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Admin (Club management):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/>
              <a:t>Full CRUD (Create, Read, Update, Delete) on Events, Announcements and Lost &amp; Found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/>
              <a:t>Manage Students Accounts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 dirty="0"/>
              <a:t>Access to administrative dashboard</a:t>
            </a:r>
          </a:p>
          <a:p>
            <a:pPr marL="457200" lvl="1" indent="0">
              <a:buNone/>
            </a:pPr>
            <a:endParaRPr lang="en-US" sz="2000" dirty="0"/>
          </a:p>
          <a:p>
            <a:pPr marL="914400" lvl="2" indent="0">
              <a:buNone/>
            </a:pPr>
            <a:endParaRPr lang="en-US" sz="1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0B792980-88C2-1205-431A-63A8582AE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885" y="1836964"/>
            <a:ext cx="4223658" cy="458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6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5A56B3-8568-563C-06C0-A0103958D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Multi-Level Authentication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821AA-7BA2-B7B4-E4FB-B86FA7937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Student registration/login (Local + Google OAuth)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Admin registration/login (Requires approval - pending)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Different roles (Student, Admin, Public)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Google OAuth integration for quick signup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Session Management with Redis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779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A994-399F-C1DE-B101-C021F822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Events Management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5551-0C26-4E61-7906-7F923D36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Create/edit/delete events (Admin Only)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View events (Public)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Filters: Upcoming/past/current events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Attach photos for each event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Sort by date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994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2B0BA-4FD3-4BF7-903E-164CF51B7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Announcements System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4DD5E-12AC-9A62-5F24-AE40F6B02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Create new announcements (Admin Only)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 Student registration for announcements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View registered students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Delete/edit announcements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223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1A170-A9F6-0BFE-F423-8F4A5BC7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Gallery System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753E0-5AB4-05E3-4461-E2E164DA7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Upload photos with categories (event, team, campus, activity)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Filter by category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Public photo viewing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Photo management by Admin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62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81D88-8B2B-51A3-59BF-0918DA43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Team Management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2A1CD-3CBC-46F1-3D68-4F5F3C23F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Add team members (Admin)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View available positions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358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C91C8-B51A-D838-78B0-A4D843C5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Contact System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0B796-88FF-7F29-71A4-93756DDB9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Send support messages (Public)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Admin responses to messages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Message status tracking (Pending, In Progress, Resolved)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Message statistics in Dashboard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50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4010E-2384-E58D-7F75-1D6CFDA9E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Lost &amp; Found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DA9D3-B979-E487-C112-E6FBBB26B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Add items (Admin)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 Claim items (Admin)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Item statuses: Lost, Found, Claimed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Public item viewing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383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240BD-65F2-DDEA-22FC-A6B7B26F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Admin Dashboard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9EAA9-046E-6C4D-7234-E0A5FB0B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(Events, Members, Gallery, etc.)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 Quick management of events and announcements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View incoming messages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Quick content addition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735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86FF87-6DF6-65C6-E963-8725223C9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Security Features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CD502-BE23-D18E-A7EA-AC6631C00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Rate Limiting (100 requests/15min)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XSS Protection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CORS Configuration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Session Storage in Redis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Input Validation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File Upload Security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307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1D8E2-2D52-2B26-4E80-FFFA1B4F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Performance Features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D41DF-D81D-2787-0BE8-ACD4B55E9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Caching with Redis (5-10 minutes)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 Optimized Queries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WebSocket Ready for real-time notifications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Pagination for large datasets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251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C181AD-EDE2-70E4-532D-1B9B14BE1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Frontend Features (from designs)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D0371-CC84-D819-9D15-EE3C9F1C4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Responsive Design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User-friendly Forms with validation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Interactive UI with animations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Real-time Updates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09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5C2FB-E0D8-66B6-CFE7-AC966B1A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Database Features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0D73-3E29-2EB5-513E-38425F7F3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Normalized Schema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Table relationships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Indexing for fast queries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Soft Deletes (if applicable)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016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FB57C-8283-1D74-73D9-F6F03EF3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API Features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758D5-F920-D272-EB60-4C8B5EBBB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RESTful API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Comprehensive Documentation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Enhanced Error Handling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Consistent Response Formatting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Advanced Query Parameters for filtering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698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8BA7A-11F2-8E79-456B-BEDE42DB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Technical Features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CC83D-F59B-1B28-E269-CDF2F63D6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Modular Architecture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Environment Configuration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Logging System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Backup &amp; Recovery ready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Future Scalability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178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B76BC-EBD5-25C6-E4C9-94D36EA3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Integration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4896-1E7E-D4FC-3B71-B654667F0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Google OAuth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Email Service ready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File Storage integration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Third-party APIs ready</a:t>
            </a:r>
            <a:endParaRPr lang="en-US" dirty="0"/>
          </a:p>
          <a:p>
            <a:pPr marL="0" indent="0">
              <a:buNone/>
            </a:pPr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492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A0709D-DD19-2515-DF3F-D9F3AFB2E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Deployment Features</a:t>
            </a:r>
            <a:endParaRPr lang="en-US" dirty="0"/>
          </a:p>
          <a:p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EC771-3E60-1DE0-6196-255062325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Docker Support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CI/CD Ready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Environment Variables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 Health Checks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139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CE688-7473-2A0D-D793-D129CEF80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Unique Features in Your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5B82A-488D-F138-50E6-8CBDD1D2B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400" dirty="0">
                <a:ea typeface="+mn-lt"/>
                <a:cs typeface="+mn-lt"/>
              </a:rPr>
              <a:t>1. Admin Approval System: No one becomes admin without another admin's approval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2. Google OAuth for Students: Quick and secure login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3. Dynamic Announcement Registration: Students can register for announcements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4. Integrated Lost &amp; Found: Complete system for lost items within university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5. Categorized Gallery: Organized photo viewing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6. Integrated Contact System: From sending to response and tracking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8. Multi-role Dashboard: Each role has different dashboard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056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building&#10;&#10;AI-generated content may be incorrect.">
            <a:extLst>
              <a:ext uri="{FF2B5EF4-FFF2-40B4-BE49-F238E27FC236}">
                <a16:creationId xmlns:a16="http://schemas.microsoft.com/office/drawing/2014/main" id="{28A187F6-16F5-D363-4163-16F5E90C9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887" r="965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569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D477D8C-CCCA-3C38-8FA1-F2D96F49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89507"/>
            <a:ext cx="3091607" cy="2090911"/>
          </a:xfrm>
        </p:spPr>
        <p:txBody>
          <a:bodyPr anchor="b">
            <a:normAutofit/>
          </a:bodyPr>
          <a:lstStyle/>
          <a:p>
            <a:r>
              <a:rPr lang="en-US" sz="4000" dirty="0"/>
              <a:t>Student Login</a:t>
            </a:r>
          </a:p>
        </p:txBody>
      </p:sp>
      <p:pic>
        <p:nvPicPr>
          <p:cNvPr id="4" name="Content Placeholder 3" descr="A screen shot of a login form&#10;&#10;AI-generated content may be incorrect.">
            <a:extLst>
              <a:ext uri="{FF2B5EF4-FFF2-40B4-BE49-F238E27FC236}">
                <a16:creationId xmlns:a16="http://schemas.microsoft.com/office/drawing/2014/main" id="{80109503-7413-36EA-D96F-49702D9E41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13" r="18884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12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 shot of a login form&#10;&#10;AI-generated content may be incorrect.">
            <a:extLst>
              <a:ext uri="{FF2B5EF4-FFF2-40B4-BE49-F238E27FC236}">
                <a16:creationId xmlns:a16="http://schemas.microsoft.com/office/drawing/2014/main" id="{54996FAD-D71A-B3F8-C785-B925F467C9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31" r="11696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A81D8-8C01-862E-89F3-E1404D96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0860" y="1331232"/>
            <a:ext cx="2175725" cy="1899912"/>
          </a:xfrm>
        </p:spPr>
        <p:txBody>
          <a:bodyPr>
            <a:normAutofit/>
          </a:bodyPr>
          <a:lstStyle/>
          <a:p>
            <a:r>
              <a:rPr lang="en-US" sz="4000" dirty="0"/>
              <a:t>Student </a:t>
            </a:r>
            <a:br>
              <a:rPr lang="en-US" sz="4000" dirty="0"/>
            </a:br>
            <a:r>
              <a:rPr lang="en-US" sz="4000" dirty="0"/>
              <a:t>Sign up</a:t>
            </a:r>
          </a:p>
        </p:txBody>
      </p:sp>
    </p:spTree>
    <p:extLst>
      <p:ext uri="{BB962C8B-B14F-4D97-AF65-F5344CB8AC3E}">
        <p14:creationId xmlns:p14="http://schemas.microsoft.com/office/powerpoint/2010/main" val="3280975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 shot of a login form&#10;&#10;AI-generated content may be incorrect.">
            <a:extLst>
              <a:ext uri="{FF2B5EF4-FFF2-40B4-BE49-F238E27FC236}">
                <a16:creationId xmlns:a16="http://schemas.microsoft.com/office/drawing/2014/main" id="{5E891E98-BF15-75C5-6A42-14ADAFCF9C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20" r="10159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7AADA-AC61-CD59-C724-05FB6F62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8118" y="1876210"/>
            <a:ext cx="2349851" cy="1899912"/>
          </a:xfrm>
        </p:spPr>
        <p:txBody>
          <a:bodyPr>
            <a:normAutofit/>
          </a:bodyPr>
          <a:lstStyle/>
          <a:p>
            <a:r>
              <a:rPr lang="en-US" sz="4000" dirty="0"/>
              <a:t>Admin  </a:t>
            </a:r>
            <a:br>
              <a:rPr lang="en-US" sz="4000" dirty="0"/>
            </a:br>
            <a:r>
              <a:rPr lang="en-US" sz="4000" dirty="0"/>
              <a:t>Sign Up</a:t>
            </a:r>
          </a:p>
        </p:txBody>
      </p:sp>
    </p:spTree>
    <p:extLst>
      <p:ext uri="{BB962C8B-B14F-4D97-AF65-F5344CB8AC3E}">
        <p14:creationId xmlns:p14="http://schemas.microsoft.com/office/powerpoint/2010/main" val="2049001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51E118-EAC4-1D45-6397-60FE82A2B0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8362"/>
          <a:stretch>
            <a:fillRect/>
          </a:stretch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28" name="Freeform: Shape 27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0EF2A2-0F48-A84F-8774-DDAF5FAF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740" y="4822257"/>
            <a:ext cx="3149071" cy="14453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Past Events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CE16616F-B718-AC4B-8633-EB324237F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0247" y="4551037"/>
            <a:ext cx="4926411" cy="1509935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Admin can convert event to past, then add photos</a:t>
            </a:r>
          </a:p>
        </p:txBody>
      </p:sp>
    </p:spTree>
    <p:extLst>
      <p:ext uri="{BB962C8B-B14F-4D97-AF65-F5344CB8AC3E}">
        <p14:creationId xmlns:p14="http://schemas.microsoft.com/office/powerpoint/2010/main" val="1737348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972FCE-D5C3-3E13-04BD-2225F178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en-US" sz="3200" dirty="0"/>
              <a:t>Upcoming Events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6E788224-D6CD-9B36-EB1B-25CF95A80F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1" b="19551"/>
          <a:stretch>
            <a:fillRect/>
          </a:stretch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A60F3D-F929-4A5B-B18B-2B16DB71E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Event displayed on public / student home page as " Upcoming"</a:t>
            </a:r>
          </a:p>
        </p:txBody>
      </p:sp>
    </p:spTree>
    <p:extLst>
      <p:ext uri="{BB962C8B-B14F-4D97-AF65-F5344CB8AC3E}">
        <p14:creationId xmlns:p14="http://schemas.microsoft.com/office/powerpoint/2010/main" val="2652201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51F016B-B70B-36DA-9231-D5D97FEB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 dirty="0"/>
              <a:t>Lost &amp; Found items uploaded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2B9504-1527-BC85-30CB-5F03E0CF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134" y="228254"/>
            <a:ext cx="8041731" cy="356979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3879077C-47EC-6378-AFE6-CC84CF648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62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close-up of a record player&#10;&#10;AI-generated content may be incorrect.">
            <a:extLst>
              <a:ext uri="{FF2B5EF4-FFF2-40B4-BE49-F238E27FC236}">
                <a16:creationId xmlns:a16="http://schemas.microsoft.com/office/drawing/2014/main" id="{A1E8CCDE-0C34-7622-6678-85DD20E5E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65" b="-1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838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2013B-901E-4E0F-4770-0256EBF36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8328" y="5441558"/>
            <a:ext cx="3434180" cy="1415270"/>
          </a:xfrm>
        </p:spPr>
        <p:txBody>
          <a:bodyPr anchor="t">
            <a:normAutofit/>
          </a:bodyPr>
          <a:lstStyle/>
          <a:p>
            <a:r>
              <a:rPr lang="en-US" sz="3200" dirty="0"/>
              <a:t>Admin add a new team member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24731E-6F98-3CC0-FC01-E1976C1F7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28" y="236229"/>
            <a:ext cx="10494537" cy="500423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147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E261-87AA-53FB-9201-B899E1D98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592" y="5386161"/>
            <a:ext cx="4433208" cy="1420813"/>
          </a:xfrm>
        </p:spPr>
        <p:txBody>
          <a:bodyPr/>
          <a:lstStyle/>
          <a:p>
            <a:r>
              <a:rPr lang="en-US" sz="3200" dirty="0"/>
              <a:t>Admin</a:t>
            </a:r>
            <a:r>
              <a:rPr lang="en-US" dirty="0"/>
              <a:t> </a:t>
            </a:r>
            <a:r>
              <a:rPr lang="en-US" sz="3200" dirty="0"/>
              <a:t>uploading an upcoming Event </a:t>
            </a:r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995465-C913-A6C5-7598-381576081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51" y="246417"/>
            <a:ext cx="11225891" cy="514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80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C147-482B-7AF2-ABFB-CDEDAD45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996" y="5040447"/>
            <a:ext cx="3321805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Admin Dashboard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3392A4-AE85-055F-29A8-3511483A0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814" y="214878"/>
            <a:ext cx="10293457" cy="466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70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ntact form&#10;&#10;AI-generated content may be incorrect.">
            <a:extLst>
              <a:ext uri="{FF2B5EF4-FFF2-40B4-BE49-F238E27FC236}">
                <a16:creationId xmlns:a16="http://schemas.microsoft.com/office/drawing/2014/main" id="{891086EA-DA41-1538-7500-6F2A09BD3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5" b="2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3491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4382F-F79C-7671-FCAA-99B346EC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Admin management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B7E5-7352-B212-75C3-9F9C39B5D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Report Entry: Only Admins can add lost/found items (description, photo, location).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Public Listing: Items displayed for Students/Visitors to browse.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Claim Process: Student initiates a claim request on an item.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Admin Arbitration: Admin receives request, verifies ownership, updates item status.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0574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67E6-C4A6-D031-A3FB-9C68DD4A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Requirements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162C9A8-990D-3C73-CE03-CDD71D5013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16033"/>
          <a:ext cx="10515600" cy="4493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55076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0B314-608C-774B-012D-32159EAF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Aptos"/>
              </a:rPr>
              <a:t>Future Work: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10EAD-89C6-4797-26D3-3B788456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Mobile Application: React Native version for better accessibility.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Advanced Features: Live chat, event calendars, push notifications.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Analytics Dashboard: For admins to track engagement metrics.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Payment Integration: For event tickets or club merchandise.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278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77C99-C5A7-B297-3AE9-20DD6576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Aptos"/>
              </a:rPr>
              <a:t>Conclusion: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14B27-A28F-B3F1-A23E-5DED13AD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Successfully developed a full-stack, secure, and functional club management system.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Met all core SRS requirements: User management, Event cycle, Lost &amp; Found, Announcements.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Implemented formal design models into a working application.</a:t>
            </a:r>
            <a:endParaRPr lang="en-US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1066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987E-E6E5-0A21-4479-8F77BE18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38384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42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Project Demonstration A University Club Management System</vt:lpstr>
      <vt:lpstr>Project Overview </vt:lpstr>
      <vt:lpstr>System Architecture – High level view</vt:lpstr>
      <vt:lpstr> User Roles &amp; permissions</vt:lpstr>
      <vt:lpstr>Multi-Level Authentication System</vt:lpstr>
      <vt:lpstr>Events Management </vt:lpstr>
      <vt:lpstr>Announcements System </vt:lpstr>
      <vt:lpstr>Gallery System </vt:lpstr>
      <vt:lpstr>Team Management </vt:lpstr>
      <vt:lpstr>Contact System </vt:lpstr>
      <vt:lpstr>Lost &amp; Found System</vt:lpstr>
      <vt:lpstr>Admin Dashboard </vt:lpstr>
      <vt:lpstr>Security Features </vt:lpstr>
      <vt:lpstr>Performance Features </vt:lpstr>
      <vt:lpstr>Frontend Features (from designs) </vt:lpstr>
      <vt:lpstr>Database Features </vt:lpstr>
      <vt:lpstr>API Features </vt:lpstr>
      <vt:lpstr>Technical Features </vt:lpstr>
      <vt:lpstr>Integration Features</vt:lpstr>
      <vt:lpstr>Deployment Features </vt:lpstr>
      <vt:lpstr>Unique Features in Your System</vt:lpstr>
      <vt:lpstr>PowerPoint Presentation</vt:lpstr>
      <vt:lpstr>Student Login</vt:lpstr>
      <vt:lpstr>Student  Sign up</vt:lpstr>
      <vt:lpstr>Admin   Sign Up</vt:lpstr>
      <vt:lpstr>Past Events</vt:lpstr>
      <vt:lpstr>Upcoming Events</vt:lpstr>
      <vt:lpstr>Lost &amp; Found items uploaded</vt:lpstr>
      <vt:lpstr>PowerPoint Presentation</vt:lpstr>
      <vt:lpstr>Admin add a new team member</vt:lpstr>
      <vt:lpstr>Admin uploading an upcoming Event </vt:lpstr>
      <vt:lpstr>Admin Dashboard</vt:lpstr>
      <vt:lpstr>PowerPoint Presentation</vt:lpstr>
      <vt:lpstr>Admin management flow</vt:lpstr>
      <vt:lpstr>Installation Requirements</vt:lpstr>
      <vt:lpstr>Future Work:</vt:lpstr>
      <vt:lpstr>Conclusion: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661</cp:revision>
  <dcterms:created xsi:type="dcterms:W3CDTF">2026-01-02T11:48:46Z</dcterms:created>
  <dcterms:modified xsi:type="dcterms:W3CDTF">2026-01-02T22:01:37Z</dcterms:modified>
</cp:coreProperties>
</file>